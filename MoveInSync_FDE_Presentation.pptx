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40"/>
          </a:solidFill>
          <a:ln>
            <a:solidFill>
              <a:srgbClr val="0D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" cy="3291840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A3C4"/>
                </a:solidFill>
              </a:defRPr>
            </a:pPr>
            <a:r>
              <a:t>FORWARD DEPLOYED ENGINEER ASSIGNMENT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</a:defRPr>
            </a:pPr>
            <a:r>
              <a:t>MoveInSync Play Store Rating Intelligence &amp; Strategic Action Plan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Diagnosing Rating Degradation, Engineering Next-Day Fixes, and Building a Reusable Pulse Monitor</a:t>
            </a:r>
          </a:p>
          <a:p>
            <a:pPr>
              <a:defRPr sz="1100">
                <a:solidFill>
                  <a:srgbClr val="00A3C4"/>
                </a:solidFill>
              </a:defRPr>
            </a:pPr>
            <a:r>
              <a:t>Candidate: Sakshi  •  Target App: MoveInSync (com.moveinsync.ets)  •  Scale: 1.5M+ Commuters / 430+ Enterprises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The Challenge: 'Why Are Our Play Store Ratings Lower Than They Should Be?'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13455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47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CURRENT RATING</a:t>
            </a:r>
          </a:p>
          <a:p>
            <a:pPr>
              <a:defRPr sz="2600" b="1">
                <a:solidFill>
                  <a:srgbClr val="1E88E5"/>
                </a:solidFill>
              </a:defRPr>
            </a:pPr>
            <a:r>
              <a:t>4.32 ★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114,880 Lifetime Ratings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13455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47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DAILY SCALE</a:t>
            </a:r>
          </a:p>
          <a:p>
            <a:pPr>
              <a:defRPr sz="2600" b="1">
                <a:solidFill>
                  <a:srgbClr val="00A3C4"/>
                </a:solidFill>
              </a:defRPr>
            </a:pPr>
            <a:r>
              <a:t>1.5M+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Daily Commutes Across 430+ Enterprises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13455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047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NEGATIVE REVIEW SAMPLE</a:t>
            </a:r>
          </a:p>
          <a:p>
            <a:pPr>
              <a:defRPr sz="2600" b="1">
                <a:solidFill>
                  <a:srgbClr val="E53935"/>
                </a:solidFill>
              </a:defRPr>
            </a:pPr>
            <a:r>
              <a:t>46.8%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1★ &amp; 2★ Reviews Analyzed (42 P0 Blockers)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2040"/>
                </a:solidFill>
              </a:defRPr>
            </a:pPr>
            <a:r>
              <a:t>THE FDE PROBLEM BRIEF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Core Question: Work out why ratings are where they are, and tell us exactly what to fix first.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Engineering Readiness: Recommendations must be specific enough that product and engineering can start the next day.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Recurring Capability: 'How are our ratings?' is a recurring leadership ask, requiring a reusable automated pipeline, not a one-off report.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Enterprise Stakes: Enterprise commuters rely on MoveInSync for shift-critical daily transport; app failures immediately disrupt office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242255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4876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2040"/>
                </a:solidFill>
              </a:defRPr>
            </a:pPr>
            <a:r>
              <a:t>THE ROOT CAUSE DISCOVERY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1. Mobile App Crashes (48.2%): Room DB schema migration errors freeze splash screens on app updates, forcing uninstalls.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2. Tracking &amp; ETA Drift (24.6%): Map viewport auto-zooms out every 3s; ETAs diverge drastically from live traffic.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3. OTP Gatekeeper Friction: Safety popups block the 'View OTP' button, delaying cab boarding under tight morning rosters.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4. The Spite Review Loop (5.4%): An unskippable post-trip feedback dialog blocks commuters, driving angry users to Play Store for 1-star revenge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Our Engineering Approach: End-to-End Intelligence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88E5"/>
                </a:solidFill>
              </a:defRPr>
            </a:pPr>
            <a:r>
              <a:t>1. Data Ingestion Engine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Scraped com.moveinsync.ets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Dual-strategy harvesting (NEWEST + MOST_RELEVANT)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Extracted 756 reviews, version tags, timestamps &amp; upvotes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Saved to raw JSON/CSV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463040"/>
            <a:ext cx="2560320" cy="91440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A3C4"/>
                </a:solidFill>
              </a:defRPr>
            </a:pPr>
            <a:r>
              <a:t>2. Multi-Axis Classifier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Categorized into 6 functional groups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Mapped across 7 journey stages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Separated Tech Bugs vs Ground Ops vs Policy vs UX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Assigned Severity (P0, P1, P2)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463040"/>
            <a:ext cx="2560320" cy="91440"/>
          </a:xfrm>
          <a:prstGeom prst="rect">
            <a:avLst/>
          </a:prstGeom>
          <a:solidFill>
            <a:srgbClr val="0D2040"/>
          </a:solidFill>
          <a:ln>
            <a:solidFill>
              <a:srgbClr val="0D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2040"/>
                </a:solidFill>
              </a:defRPr>
            </a:pPr>
            <a:r>
              <a:t>3. Impact &amp; Drag Scoring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Formula: Drag = (5 - Rating) × (1 + 0.5×ThumbsUp) × Severity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Detected version regressions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Isolated high-impact community blockers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463040"/>
            <a:ext cx="2560320" cy="91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E7D32"/>
                </a:solidFill>
              </a:defRPr>
            </a:pPr>
            <a:r>
              <a:t>4. Reusable Outputs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Jira-ready user stories &amp; PRDs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Interactive Streamlit Dashboard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Play Store Rating Growth Hack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Weekly cron-ready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Data Analysis: The 4 Failure Dimensions of MoveInSync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MOBILE &amp; SOFTWARE TECH BUGS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t>48.2% of Negative Reviews  |  Owner: Mobile Android &amp; Backend Infra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App update crashes &amp; infinite splash screen freeze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Map camera viewport auto-zoom reset bug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Session auth token drops / unexpected logouts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Push notification sync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88E5"/>
                </a:solidFill>
              </a:defRPr>
            </a:pPr>
            <a:r>
              <a:t>ROUTING &amp; ETA TRACKING ENGINE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t>24.6% of Negative Reviews  |  Owner: Routing Algorithm &amp; Maps Team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Massive ETA divergence from Google Maps traffic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Excessive multi-passenger pooling detours ('Bharat Darshan')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GPS car marker jumping &amp; freezing on routes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Static transit speeds failing during rush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GROUND FLEET &amp; DRIVER OPS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t>21.8% of Negative Reviews  |  Owner: Fleet Operations &amp; Transport Desk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Driver tardiness and unauthorized cancellations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Driver phone bridge / VoIP number masking failures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AC turned off / vehicle cleanliness disputes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Transport desk escalation resolution delays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3C4"/>
                </a:solidFill>
              </a:defRPr>
            </a:pPr>
            <a:r>
              <a:t>UX FRICTION &amp; POLICY GATES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t>5.4% of Negative Reviews  |  Owner: Product Design &amp; UX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Unskippable post-trip feedback dialog blocks app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Seatbelt safety modal blocks 'View OTP' button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Unclear waitlist status vs confirmed booking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Inability to edit drop location during active trip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Journey Touchpoint Audit: Where Commuters Experience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1. Roster &amp; Login</a:t>
            </a:r>
          </a:p>
          <a:p>
            <a:pPr>
              <a:spcAft>
                <a:spcPts val="400"/>
              </a:spcAft>
              <a:defRPr sz="1600" b="1">
                <a:solidFill>
                  <a:srgbClr val="1E88E5"/>
                </a:solidFill>
              </a:defRPr>
            </a:pPr>
            <a:r>
              <a:t>50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Splash freeze on launch, session auth logout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2. Ride Booking</a:t>
            </a:r>
          </a:p>
          <a:p>
            <a:pPr>
              <a:spcAft>
                <a:spcPts val="400"/>
              </a:spcAft>
              <a:defRPr sz="1600" b="1">
                <a:solidFill>
                  <a:srgbClr val="1E88E5"/>
                </a:solidFill>
              </a:defRPr>
            </a:pPr>
            <a:r>
              <a:t>79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Waitlist ambiguity, strict cutoff 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3. Cab Allocation</a:t>
            </a:r>
          </a:p>
          <a:p>
            <a:pPr>
              <a:spcAft>
                <a:spcPts val="400"/>
              </a:spcAft>
              <a:defRPr sz="1600" b="1">
                <a:solidFill>
                  <a:srgbClr val="00A3C4"/>
                </a:solidFill>
              </a:defRPr>
            </a:pPr>
            <a:r>
              <a:t>18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Long detours, suboptimal pooling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4. Live Tracking</a:t>
            </a:r>
          </a:p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</a:defRPr>
            </a:pPr>
            <a:r>
              <a:t>82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Map auto-zoom out, GPS drift, ETA inaccurate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5. Boarding &amp; OTP</a:t>
            </a:r>
          </a:p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</a:defRPr>
            </a:pPr>
            <a:r>
              <a:t>18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Safety popup blocks OTP, SMS delay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886200"/>
            <a:ext cx="254203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02336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6. In-Transit</a:t>
            </a:r>
          </a:p>
          <a:p>
            <a:pPr>
              <a:spcAft>
                <a:spcPts val="400"/>
              </a:spcAft>
              <a:defRPr sz="1600" b="1">
                <a:solidFill>
                  <a:srgbClr val="0D2040"/>
                </a:solidFill>
              </a:defRPr>
            </a:pPr>
            <a:r>
              <a:t>7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Driver route disputes, AC issues, SOS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86200"/>
            <a:ext cx="5239512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23360"/>
            <a:ext cx="49651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2040"/>
                </a:solidFill>
              </a:defRPr>
            </a:pPr>
            <a:r>
              <a:t>7. Post-Trip</a:t>
            </a:r>
          </a:p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</a:defRPr>
            </a:pPr>
            <a:r>
              <a:t>20 Issues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Forced unskippable rating modal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Release Regression Audit: Pinpointing Faulty App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2040"/>
                </a:solidFill>
              </a:defRPr>
            </a:pPr>
            <a:r>
              <a:t>APP VERSION PERFORMANCE &amp; REGRESSIONS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v11.4.13 (1.14 ★) — Severe map regression: Viewport resets and zooms out every 3s.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v12.11.2 (1.96 ★) — Authentication regression: Invalids session token on app relaunch.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v12.16.1 (1.92 ★) — Room DB schema migration crash: App freezes on splash screen.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v12.17.0 (3.54 ★) — False-positive update prompt: Urges update when already latest.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v12.19.0 (3.62 ★) — UX regression: Added seatbelt popup directly over View OTP button.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327855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3962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D2040"/>
                </a:solidFill>
              </a:defRPr>
            </a:pPr>
            <a:r>
              <a:t>ARCHITECTURAL TAKEAWAYS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1. Schema Migration Fallbacks: Local Room SQLite upgrades must never fail uncaught; implement graceful fallback clearing non-auth cache.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2. Viewport Gesture Latching: Never re-center maps automatically when user touch gestures are detected.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3. Decouple Safety from Core Tasks: Safety prompts should be passive banners, never blocking modals over critical buttons (OTP).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4. Staged Rollouts &amp; Crash Gate: Halt releases on Play Console if launch crashes exceed 0.25% in the first 48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Prioritized Action Plan: Jira-Ready Engineering 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53935"/>
                </a:solidFill>
              </a:defRPr>
            </a:pPr>
            <a:r>
              <a:t>[MIS-TECH-P0-01] P0 - BLOCKER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Fix App Crash &amp; Splash Freeze on Update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Mobile Android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Room DB migration exception on Application.onCreate().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Fallback migration handler + soft cache reset.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7276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53935"/>
                </a:solidFill>
              </a:defRPr>
            </a:pPr>
            <a:r>
              <a:t>[MIS-TECH-P0-02] P0 - BLOCKER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Decouple Boarding OTP from Blocking Modals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Mobile &amp; Backend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Safety modal blocks OTP; SMS fallback delays.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Home-card OTP display + offline local token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57276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</a:defRPr>
            </a:pPr>
            <a:r>
              <a:t>[MIS-PROD-P1-01] P1 - HIGH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Deprecate Unskippable Post-Trip Rating Modal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Product Design UX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Forced gate drives commuters to Play Store for spite reviews.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Add prominent 'Skip' / 'Later' 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9592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</a:defRPr>
            </a:pPr>
            <a:r>
              <a:t>[MIS-TECH-P1-02] P1 - HIGH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Fix Map Viewport Camera State Reset Bug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Mobile Android (Maps)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Map bounding box animates on every WebSocket packet.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Latch user gesture touch listener; add 'Re-center' button.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88620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99592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2040"/>
                </a:solidFill>
              </a:defRPr>
            </a:pPr>
            <a:r>
              <a:t>[MIS-ALGO-P1-03] P1 - HIGH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Cap Multi-Passenger Pooling Detour Ratios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Routing Algorithm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Optimization ignores individual trip detour limits.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Enforce Max Detour &lt;= 1.35x direct travel time + live traffic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86200"/>
            <a:ext cx="3474720" cy="2240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399592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C4"/>
                </a:solidFill>
              </a:defRPr>
            </a:pPr>
            <a:r>
              <a:t>[MIS-TECH-P2-01] P2 - MEDIUM</a:t>
            </a:r>
          </a:p>
          <a:p>
            <a:pPr>
              <a:spcAft>
                <a:spcPts val="400"/>
              </a:spcAft>
              <a:defRPr sz="1150" b="1">
                <a:solidFill>
                  <a:srgbClr val="0D2040"/>
                </a:solidFill>
              </a:defRPr>
            </a:pPr>
            <a:r>
              <a:t>Fix False-Positive 'Update Required' Nag Screen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Team: Mobile Android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Root Cause: Faulty string comparison against remote config.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Fix: Standardize on Google Play In-App Updates SDK (versionCode).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Roadmap: 'What to Do First' Across 30 - 60 - 90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3935"/>
                </a:solidFill>
              </a:defRPr>
            </a:pPr>
            <a:r>
              <a:t>Sprint 1: Days 1-14</a:t>
            </a:r>
          </a:p>
          <a:p>
            <a:pPr>
              <a:spcAft>
                <a:spcPts val="1400"/>
              </a:spcAft>
              <a:defRPr sz="1100" b="1">
                <a:solidFill>
                  <a:srgbClr val="0D2040"/>
                </a:solidFill>
              </a:defRPr>
            </a:pPr>
            <a:r>
              <a:t>Stop the Bleeding (P0 Blockers)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Deploy hotfix for SQLite Room DB update crash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Decouple View OTP button from safety modal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Add 'Skip' button to post-trip rating modal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Halt spite review creation immediately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Target: Stabilize crash-free rate at &gt;99.7%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747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463040"/>
            <a:ext cx="3474720" cy="9144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Sprint 2: Days 15-45</a:t>
            </a:r>
          </a:p>
          <a:p>
            <a:pPr>
              <a:spcAft>
                <a:spcPts val="1400"/>
              </a:spcAft>
              <a:defRPr sz="1100" b="1">
                <a:solidFill>
                  <a:srgbClr val="0D2040"/>
                </a:solidFill>
              </a:defRPr>
            </a:pPr>
            <a:r>
              <a:t>Core Experience &amp; Growth Engine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Fix Map camera auto-zoom gesture latching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Cap pooling detour ratios at 1.35x in routing algo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Integrate Google Play In-App Review API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Launch internal escalation hotline for delayed trips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Target: Lift store rating from 4.32 to 4.50★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747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463040"/>
            <a:ext cx="3474720" cy="91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916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Sprint 3: Days 46-90</a:t>
            </a:r>
          </a:p>
          <a:p>
            <a:pPr>
              <a:spcAft>
                <a:spcPts val="1400"/>
              </a:spcAft>
              <a:defRPr sz="1100" b="1">
                <a:solidFill>
                  <a:srgbClr val="0D2040"/>
                </a:solidFill>
              </a:defRPr>
            </a:pPr>
            <a:r>
              <a:t>Operational Maturity &amp; Scale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Roll out in-app driver chat &amp; VoIP bridge fallback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Deploy automated Play Store developer response bot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Implement offline Dynamic QR Code boarding passes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Target: Achieve 4.70★ sustained store rating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The Rating Intercept Engine: Mathematical Path to 4.7★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2040"/>
                </a:solidFill>
              </a:defRPr>
            </a:pPr>
            <a:r>
              <a:t>THE ASYMMETRIC BIAS OF ENTERPRISE COMMUTES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Negativity Bias: 1.5M commuters ride MoveInSync daily. When rides go smoothly, commuters never rate the app. When a cab is late, they vent on Play Store.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The In-App Review API: Google allows prompting native 5-star reviews directly within the app without navigating to Play Store.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Qualification Criteria: Trigger prompt ONLY when an employee completes &gt;= 5 on-time rides with 5-star internal driver ratings.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The Conversion Math: Capturing just 0.5% of satisfied daily commuters = ~7,500 organic 5-star reviews per month.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Outcome: Dilutes historical negative reviews and lifts rating to 4.65-4.70★ within 60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50815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850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2040"/>
                </a:solidFill>
              </a:defRPr>
            </a:pPr>
            <a:r>
              <a:t>THE NEGATIVE REVIEW DEFLECTION GATE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Catch Delays Before Play Store: If a cab is &gt;15 minutes late or cancelled, pop an instant 'Connect to Transport Desk' hotline.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Internal Resolution: Resolve the employee's transportation problem in real time (instant alternate cab dispatch or manager note).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Kill the Rating Modal Gate: Never lock the user out of the app with mandatory rating screens.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Automated Developer Reply SLA: Respond to 1★ reviews on Play Console within 4 hours with direct corporate escalation links.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3C4"/>
                </a:solidFill>
              </a:defRPr>
            </a:pPr>
            <a:r>
              <a:t>MOVEINSYNC • FORWARD DEPLOYED ENGINEER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040"/>
                </a:solidFill>
              </a:defRPr>
            </a:pPr>
            <a:r>
              <a:t>Recurring Capability: Answering 'How Are Our Play Store Ratings?'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88E5"/>
                </a:solidFill>
              </a:defRPr>
            </a:pPr>
            <a:r>
              <a:t>Continuous Ingestion Pipeline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Modular python scraper in src/scraper.py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Scheduled via GitHub Actions / weekly cron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Automated de-duplication on reviewId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Exports clean JSON and CSV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463040"/>
            <a:ext cx="2560320" cy="91440"/>
          </a:xfrm>
          <a:prstGeom prst="rect">
            <a:avLst/>
          </a:prstGeom>
          <a:solidFill>
            <a:srgbClr val="00A3C4"/>
          </a:solidFill>
          <a:ln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A3C4"/>
                </a:solidFill>
              </a:defRPr>
            </a:pPr>
            <a:r>
              <a:t>Multi-Axis NLP Classifier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Evaluates incoming reviews automatically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Categorizes by team ownership &amp; touchpoint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Computes Rating Drag Score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Detects version regressions in real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463040"/>
            <a:ext cx="2560320" cy="91440"/>
          </a:xfrm>
          <a:prstGeom prst="rect">
            <a:avLst/>
          </a:prstGeom>
          <a:solidFill>
            <a:srgbClr val="0D2040"/>
          </a:solidFill>
          <a:ln>
            <a:solidFill>
              <a:srgbClr val="0D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2040"/>
                </a:solidFill>
              </a:defRPr>
            </a:pPr>
            <a:r>
              <a:t>Interactive Executive Dashboard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Built in Streamlit (app.py)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Dynamic filters: Rating, Category, Version, Team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Visual regression timeline &amp; sentiment charts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Jira ticket viewer with user quotes &amp;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463040"/>
            <a:ext cx="2560320" cy="91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E7D32"/>
                </a:solidFill>
              </a:defRPr>
            </a:pPr>
            <a:r>
              <a:t>Turnkey Production Deliverables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RECOMMENDATION_REPORT.md (C-Level doc)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ARCHITECTURE.md (Technical system design)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Complete codebase pushed to GitHub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Ready for team adoption tomorrow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40"/>
          </a:solidFill>
          <a:ln>
            <a:solidFill>
              <a:srgbClr val="0D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A3C4"/>
                </a:solidFill>
              </a:defRPr>
            </a:pPr>
            <a:r>
              <a:t>FORWARD DEPLOYED ENGINEERING MANDATE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Summary: Turning Customer Feedback into Reusable Platform Excellence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1. Grounded in Real Data: 756 real Play Store reviews audited, identifying 42 P0 critical blockers.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2. Ready for Tomorrow: 6 detailed Jira tickets with technical root causes, code solutions, and acceptance criteria.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3. Not a One-Time Ask: Full automated pipeline and interactive dashboard ready for continuous monitoring.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4. Mathematical Path to 4.7★: Google In-App Review API strategy tapping into 1.5M daily satisfied commuters.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5. Codebase &amp; Deliverables: Live on GitHub at https://github.com/SakshiMalik565/MoveinSync.git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